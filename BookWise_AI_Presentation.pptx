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BookWise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3B82F6"/>
                </a:solidFill>
              </a:defRPr>
            </a:pPr>
            <a:r>
              <a:t>Intelligent Book Recommender Chatbot</a:t>
            </a:r>
          </a:p>
          <a:p>
            <a:r>
              <a:t>Powered by Google Gemini 2.0 Flash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What Problem Does It Solve?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😕 Users struggle to find the right book from thousands of choices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⏳ Manual searching takes time and often gives generic suggestions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📌 Existing tools rarely understand mood, context, or reading level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🌍 Many readers want recommendations in their own language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📄 Users also need a way to ask questions about uploaded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What We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🤖 Built an AI chatbot that gives personalized book recommendations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🧠 Added session-based memory so the chatbot remembers context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📚 Connected a local book knowledge base for reliable suggestions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🌐 Enabled multilingual support with automatic language detection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📄 Added document Q&amp;A so users can ask questions from uploaded text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🎛️ Made response creativity adjustable with temperature and top-p sliders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33EA"/>
                </a:solidFill>
              </a:defRPr>
            </a:pPr>
            <a:r>
              <a:t>User Side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Type a question in the web interface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Adjust temperature and top-p if needed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Upload a document for Q&amp;A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Receive personalized book suggestions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33EA"/>
                </a:solidFill>
              </a:defRPr>
            </a:pPr>
            <a:r>
              <a:t>AI Side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Flask receives the request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Context is built from history + knowledge 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Gemini 2.0 Flash generates the response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Response is sent back to the chat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Why AI Was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🤔 Traditional search cannot understand mood, intent, or context well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📚 Readers want personalized recommendations instead of generic lists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⏱️ AI makes book discovery faster and more interactive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🌍 Users expect support for different languages and reading preferences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📄 The project also needed a smart way to answer questions from documents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AI Pipeline and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33EA"/>
                </a:solidFill>
              </a:defRPr>
            </a:pPr>
            <a:r>
              <a:t>Input and Context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User message comes from the web chat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Session history is collected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Book knowledge base is loaded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Uploaded document text is added if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33EA"/>
                </a:solidFill>
              </a:defRPr>
            </a:pPr>
            <a:r>
              <a:t>Model and Output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Gemini 2.0 Flash receives the full prompt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Temperature and top-p shape the answer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The model generates a personalized reply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The response is rendered back in the browser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AI and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33EA"/>
                </a:solidFill>
              </a:defRPr>
            </a:pPr>
            <a:r>
              <a:t>AI Model Used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Gemini 2.0 Flash powers the chatbot responses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Google Generative AI API connects the app to the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Temperature controls creativity and response variety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Top-P controls how focused or diverse the output 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Max output tokens keep responses detailed but controlled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33EA"/>
                </a:solidFill>
              </a:defRPr>
            </a:pPr>
            <a:r>
              <a:t>Machine Learning &amp; NLP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Natural language processing understands user messages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Intent recognition identifies book, mood, or author requests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Context-aware reasoning uses chat history for better replies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Language detection lets the chatbot answer in the same language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Prompt engineering shapes responses with book-specific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📖 Book recommendations by genre, mood, author, and reading style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📚 Spoiler-free summaries with reasoning for each suggestion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🧠 Conversation memory for better follow-up answers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🌐 Multilingual responses for broader accessibility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📄 Document Q&amp;A for uploaded files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💾 Local JSON knowledge base for stable reference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33EA"/>
                </a:solidFill>
              </a:defRPr>
            </a:pPr>
            <a:r>
              <a:t>Frontend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HTML5, CSS3, Vanilla JavaScript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Dark theme with glassmorphism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Responsive chat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33EA"/>
                </a:solidFill>
              </a:defRPr>
            </a:pPr>
            <a:r>
              <a:t>Backend and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Python 3 and Flask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Google Gemini 2.0 Flash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LangDetect, Flask-CORS, JSON knowledge 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✅ Saves time by turning book discovery into a conversation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✅ Gives better recommendations by using context and preferences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✅ Helps users discover books that match mood, language, and level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✅ Works as a practical AI assistant for readers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✅ Demonstrates a complete hybrid AI + web application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3B82F6"/>
                </a:solidFill>
              </a:defRPr>
            </a:pPr>
            <a:r>
              <a:t>GitHub: github.com/Pahar12/Book-recommender-chatbot</a:t>
            </a:r>
          </a:p>
          <a:p>
            <a:r>
              <a:t>Run locally at: http://localhost:5001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